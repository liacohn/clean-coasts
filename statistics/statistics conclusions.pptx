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4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86A3-9E51-51BC-94B7-B40EE995C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69820-EBF0-EEB9-7566-EAA0128CD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DE0D4-24E4-72CA-16CD-45DFDC9CF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BEA98-A762-49BF-A7D9-0455529DE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3301D-3C66-7693-8274-BEE864B7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851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791E-9A5D-821B-C5A4-D97197A1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0ACC3-F45A-7D80-ABF3-A81E7042F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256B7-0268-B4C0-E699-5F18F6860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BDEA4-034F-B94F-1B75-687609B4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0237-9A2F-0372-E858-52B16FAD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254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AEE6F-9FE3-70B3-BE22-DB78B26F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70469-005A-BA18-0EF7-09793ABB5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9A73E-87AB-E5A3-EB25-E810BBBC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12B39-4733-C980-B80A-C3CDAE49C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C8911-E885-D3EF-8FB7-7153DAA05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22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30143-BCF8-C120-A838-2184FC1D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360E2-18A1-EC76-CA75-B76EE4B15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700371-DCD9-9380-CD29-88E041140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B021-6036-E8AD-11F6-98BFEC5F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515B2-9C6C-0EB5-C66A-8F9BE63F7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9BB62-DB1F-95FA-7D5B-C85AC767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0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DCC8-932F-903D-93A4-39084237C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74804-91D4-D1F8-E9B4-B1C69A653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36CBE-3D1F-9890-436B-B9DE9B38C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0BF76-78D6-F5CD-905D-25FE7D29E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F14A73-836A-BE65-8ABF-22B1038561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A91E8F-CE33-E2BB-1DC8-7124AF2F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8C164-86AD-8ADB-7D71-FC672430E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C52972-2376-6EC2-9DC2-78C58B0E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24C76-FD0A-A7CB-32CF-C58BA1B3C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07B5B-8923-3A9E-5949-20AEDF9E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CECAA-A0B2-7059-D5F6-C2954079C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CE2AB-E703-80F2-2C71-B5CE9B993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6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DC09B5-350F-6D6B-3124-3651A6588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F2A4E-2861-5B6A-A3F7-47E786BD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C800E-81B4-AB1A-D0B3-2DDACA94F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02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A9558-92D9-7643-382C-635E7B081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4BD81-0537-E692-F9BD-E7E5527A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8DBB5-31E1-8AE0-C6FD-570BC406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2735A-2B13-48BB-7781-8B34AE64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64E2C-FD6E-333E-FCFE-B8618F2D4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14F28-55CE-D7AB-77E3-05306897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38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05FF-B735-E561-4664-5F70D23B8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CDACF4-03FC-6790-D776-1FEC85301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9E3B6-9F92-F958-4B70-90A0547E0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68ACD5-5DDE-ECD1-7853-17AA77DB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2D7567-F5DE-09CF-E647-28CBF050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93880-7A74-E4CF-8721-3C6252F24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3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4E8A9-DC13-E8C9-2BF3-5952294F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2CDFC-7517-875C-E5D7-2B4AE8D4D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6384B-20DA-D531-69B2-A15878D35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04813-CB76-43D3-755B-C77CB7D2C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AD2B7-9EBF-11FE-5694-6B029A0C9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84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59A5DD-6059-36E0-8858-E802B0A0E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65D5F6-A709-541B-6C07-867F21C70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F71A-273F-8604-2D71-C2F29B93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ADCB2-E6AD-8822-22DE-FF3435C2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39D3E-C4E9-D36B-6DD4-C1087077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4CBB0-9D5B-5339-DEF6-31E08B808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2B528-B2E9-89A1-35AE-1D4B2BB21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6062B-88A6-DEA9-ADE9-3922DB97E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0F7D5-8CA1-4183-AAB7-9CF1CE1D8590}" type="datetimeFigureOut">
              <a:rPr lang="en-US" smtClean="0"/>
              <a:t>11/8/2023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BC00-5CAA-A734-FDBD-FB54EE825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2F024-3069-010C-C97F-88033C870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45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Color Cover">
            <a:extLst>
              <a:ext uri="{FF2B5EF4-FFF2-40B4-BE49-F238E27FC236}">
                <a16:creationId xmlns:a16="http://schemas.microsoft.com/office/drawing/2014/main" id="{6BE11944-ED05-4FE9-9927-06C110BB3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2812508-238C-4BCD-BDD3-25C99C5CA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167"/>
            <a:ext cx="12188952" cy="3490956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EA98B5EE-6906-45B1-8691-D06F06B6C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3CB4D77E-DA74-4797-88E4-C7D817D31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9708" y="1014574"/>
            <a:ext cx="9725730" cy="2226769"/>
          </a:xfrm>
        </p:spPr>
        <p:txBody>
          <a:bodyPr anchor="ctr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Correlations</a:t>
            </a:r>
            <a:br>
              <a:rPr lang="en-US" sz="4800">
                <a:solidFill>
                  <a:schemeClr val="bg1"/>
                </a:solidFill>
              </a:rPr>
            </a:br>
            <a:endParaRPr lang="en-US" sz="48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594420-7BE3-570F-B47F-FD950FF306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9708" y="3640633"/>
            <a:ext cx="9725730" cy="2487212"/>
          </a:xfrm>
        </p:spPr>
        <p:txBody>
          <a:bodyPr anchor="ctr">
            <a:normAutofit/>
          </a:bodyPr>
          <a:lstStyle/>
          <a:p>
            <a:pPr algn="l"/>
            <a:r>
              <a:rPr lang="en-US">
                <a:solidFill>
                  <a:schemeClr val="tx2"/>
                </a:solidFill>
              </a:rPr>
              <a:t>Spearman correlation was used on 3 target columns </a:t>
            </a:r>
            <a:r>
              <a:rPr lang="en-US" b="0">
                <a:solidFill>
                  <a:schemeClr val="tx2"/>
                </a:solidFill>
                <a:effectLst/>
                <a:latin typeface="Consolas" panose="020B0609020204030204" pitchFamily="49" charset="0"/>
              </a:rPr>
              <a:t>'city rank','Distance from gaza','hifa_port_dis’ </a:t>
            </a:r>
            <a:endParaRPr lang="en-US">
              <a:solidFill>
                <a:schemeClr val="tx2"/>
              </a:solidFill>
              <a:latin typeface="Consolas" panose="020B0609020204030204" pitchFamily="49" charset="0"/>
            </a:endParaRPr>
          </a:p>
          <a:p>
            <a:pPr algn="l"/>
            <a:r>
              <a:rPr lang="en-US" b="0">
                <a:solidFill>
                  <a:schemeClr val="tx2"/>
                </a:solidFill>
                <a:effectLst/>
                <a:latin typeface="Consolas" panose="020B0609020204030204" pitchFamily="49" charset="0"/>
              </a:rPr>
              <a:t>All 3 tests outputs gave a small p-value when compared against the target column.</a:t>
            </a:r>
          </a:p>
        </p:txBody>
      </p:sp>
    </p:spTree>
    <p:extLst>
      <p:ext uri="{BB962C8B-B14F-4D97-AF65-F5344CB8AC3E}">
        <p14:creationId xmlns:p14="http://schemas.microsoft.com/office/powerpoint/2010/main" val="1440537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12191990" cy="30185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90E84-1F12-E20E-DFA8-9561053E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2138263"/>
          </a:xfrm>
        </p:spPr>
        <p:txBody>
          <a:bodyPr anchor="b">
            <a:normAutofit/>
          </a:bodyPr>
          <a:lstStyle/>
          <a:p>
            <a:r>
              <a:rPr lang="en-US" sz="6600">
                <a:solidFill>
                  <a:schemeClr val="bg1"/>
                </a:solidFill>
              </a:rPr>
              <a:t>One sided tests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18502"/>
            <a:ext cx="12191990" cy="3885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3341147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25963-A298-CB74-AB96-416776BF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9" y="3551567"/>
            <a:ext cx="9889802" cy="26629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/>
              <a:t>Since the data was proven to be not normally distributed, a one-sided Wilcoxson test was used.</a:t>
            </a:r>
          </a:p>
          <a:p>
            <a:endParaRPr lang="en-US" sz="1800"/>
          </a:p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651300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82CAD-7626-24C9-8F32-2E374E7E4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/>
              <a:t>A key columns were tested against the target, such as ‘bathing season’ , ’rain’ ,‘winter’. Only ‘nature’ and ‘military’ showed statistic significance.</a:t>
            </a:r>
          </a:p>
          <a:p>
            <a:r>
              <a:rPr lang="en-US" sz="2400"/>
              <a:t>Another test compared the different areas. The test showed that Center and Eilat coasts are statistically cleaner than the Southern ones.</a:t>
            </a:r>
          </a:p>
        </p:txBody>
      </p:sp>
    </p:spTree>
    <p:extLst>
      <p:ext uri="{BB962C8B-B14F-4D97-AF65-F5344CB8AC3E}">
        <p14:creationId xmlns:p14="http://schemas.microsoft.com/office/powerpoint/2010/main" val="2590962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116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Office Theme</vt:lpstr>
      <vt:lpstr>Correlations </vt:lpstr>
      <vt:lpstr>One sided tests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Correlations </dc:title>
  <dc:creator>ליאב כהן</dc:creator>
  <cp:lastModifiedBy>ליאב כהן</cp:lastModifiedBy>
  <cp:revision>1</cp:revision>
  <dcterms:created xsi:type="dcterms:W3CDTF">2023-11-08T08:55:21Z</dcterms:created>
  <dcterms:modified xsi:type="dcterms:W3CDTF">2023-11-08T09:21:33Z</dcterms:modified>
</cp:coreProperties>
</file>