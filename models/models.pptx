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6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925083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0.9613825203957748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0.9710627074469687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0.9895258159180326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0.9966200694007352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0.05607348613770502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1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0.05063045740371175</a:t>
                      </a:r>
                      <a:endParaRPr lang="en-US" sz="310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1F0B0D-E487-0ADC-C5C4-7D1B270D6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50" y="2084546"/>
            <a:ext cx="9798921" cy="431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231479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0.7624625652932823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0.8459071662762313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0.99983323720767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1.0323335781315175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0.41845689319429935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i="0" cap="none" spc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0.32856295134975655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59ECA-FFBB-6EA9-9BB0-D447FF790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92" y="2084546"/>
            <a:ext cx="9950860" cy="446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091440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0.9605346472908881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0.9498478408783607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0.9898609517585045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0.9793633985427707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0.05837564101746495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0.05936671770654711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72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Consolas</vt:lpstr>
      <vt:lpstr>Office Theme</vt:lpstr>
      <vt:lpstr>Models Summary</vt:lpstr>
      <vt:lpstr>MLR (with feature selection)</vt:lpstr>
      <vt:lpstr>MLR (with feature selection)</vt:lpstr>
      <vt:lpstr>Random Forests</vt:lpstr>
      <vt:lpstr>Random Forests</vt:lpstr>
      <vt:lpstr>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10</cp:revision>
  <dcterms:created xsi:type="dcterms:W3CDTF">2023-12-04T13:37:48Z</dcterms:created>
  <dcterms:modified xsi:type="dcterms:W3CDTF">2023-12-04T16:58:39Z</dcterms:modified>
</cp:coreProperties>
</file>