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61" r:id="rId5"/>
    <p:sldId id="262" r:id="rId6"/>
    <p:sldId id="265" r:id="rId7"/>
    <p:sldId id="266" r:id="rId8"/>
    <p:sldId id="267" r:id="rId9"/>
    <p:sldId id="268" r:id="rId10"/>
    <p:sldId id="269" r:id="rId11"/>
    <p:sldId id="258" r:id="rId12"/>
    <p:sldId id="260" r:id="rId13"/>
    <p:sldId id="270" r:id="rId14"/>
    <p:sldId id="271" r:id="rId15"/>
    <p:sldId id="272" r:id="rId16"/>
    <p:sldId id="259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2" d="100"/>
          <a:sy n="42" d="100"/>
        </p:scale>
        <p:origin x="54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369F-0137-071E-266F-32015224AD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FC021-1F65-62E1-11A2-609AB5EFD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1A268-7C9C-E6A1-37DB-3CC727C88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B41A5-1161-6994-8061-28595D9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437D6-CAC1-F1AD-272C-DA6CC4E4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65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586BA-5A5E-8ECD-14EB-7D35FCEE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3132-86B5-554C-E5A8-188CE5D2A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E294B-3EB5-2699-9F4F-A23AE4402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1B18C-CFAD-2AE0-9997-2D8FE6289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C747C-6A9B-9DB2-596D-04ABF62A1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86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C5CE-12F5-CDB1-4DD7-F17D048E0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A8DDA-4746-FABD-4A1A-01509346F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C1CF-646F-0D35-9C64-34D5E32F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5DE9A-D549-3F73-E143-4980D04A3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9508D-E187-537B-EEC9-9993E2AD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3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AE9E-DFD6-ACFD-057E-66FBE772A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82C9F-9F6E-6794-0ED2-5D836079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F4C07-0A26-6C27-187B-62F91BF39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D24E17-04A2-2365-AB54-354EB8477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2B989-4F8B-7BFB-41CF-599E051AF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399D6-0554-A383-12AF-A316E811C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66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AE183-2815-A908-EB9B-ACD1CFAB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BD4B1B-AC91-37F5-731A-C112189DD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0FD20-7DD0-96CE-1CAC-055109762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6E5FF-7101-EA79-09ED-B44809A64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D0380-4077-AFC3-BF23-1240C4385B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54BC1E-ABF6-0586-3655-FD73F2924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A98C1-E81B-1E4A-1F31-89F3AE99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C9E8D-4148-820E-57D5-512DAB88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16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B8DDB-45E8-1C53-CBD3-DCB5ED480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724725-7BC9-6ACB-A4AD-B6F66A45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B0CE0D-C4F0-22A7-0358-F6E519E9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8B287-6612-0403-BED0-D3C1A9B2A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661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191DB2-E802-7AFC-B7EA-FA5B5E65F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FBA1B-31EF-379D-9AE8-2774463BA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A3671-37C9-B54C-455A-766EDB67A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16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039D9-817B-81F9-C229-88239E916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73C9-DF23-4BC6-E06B-1DFCABA77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9E1EA-8C15-0835-3CC7-131B50BAD4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C33D11-9AC0-BF27-0BEE-778DC746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0CC39-BBB0-EBBF-A601-895AF13C5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8F213-EE87-D9EC-8158-04FC67984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D373B-F9B1-BEC9-2A40-91695E13C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7B584A-91AD-7B69-B1D6-361D65040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E6777-1476-3961-752C-8C934EEAC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48A42-F4E2-4CC5-1E97-2E3413CA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010B1-22E2-F9E9-ED35-5AB1C3B73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D36D1-7831-1DC8-E6C7-D27C6A6B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2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668-9D3A-D061-A3BF-FD741F100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F94D26-4C59-9EB0-13F8-EAA6025BC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3DC48-EEB1-87AC-F2AD-04B37577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217C4-AFB6-0C7F-027E-EFA8A9985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0A182-D752-25FA-2646-B36F40AB8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13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8B44D1-11BA-CAC5-75F7-0E456414D8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E019B-EB60-C2C0-DBFB-6ABCFD97F3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3AAFA-F124-7432-0142-F31C482F3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7BC06-1239-DA51-DCEC-D126DAB53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E5F35-43A9-465F-1F8F-9D632DE5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28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597EA-8190-9BD3-1712-8D69C2D58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E4596-6FEE-C781-FF86-ED394E98E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E0631-8DD1-8457-0764-E85C1F2DA7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76E711-0D29-49A5-9CED-93AB08EA2C6C}" type="datetimeFigureOut">
              <a:rPr lang="en-US" smtClean="0"/>
              <a:t>12/20/2023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574E4-2B78-217C-C6F8-38D6BEBC40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EDBA-13E0-6F83-52B7-9B09FDE5F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07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Summary</a:t>
            </a:r>
          </a:p>
        </p:txBody>
      </p:sp>
    </p:spTree>
    <p:extLst>
      <p:ext uri="{BB962C8B-B14F-4D97-AF65-F5344CB8AC3E}">
        <p14:creationId xmlns:p14="http://schemas.microsoft.com/office/powerpoint/2010/main" val="41615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MLR – summer model</a:t>
            </a:r>
          </a:p>
        </p:txBody>
      </p:sp>
    </p:spTree>
    <p:extLst>
      <p:ext uri="{BB962C8B-B14F-4D97-AF65-F5344CB8AC3E}">
        <p14:creationId xmlns:p14="http://schemas.microsoft.com/office/powerpoint/2010/main" val="1968029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7A53A-262A-7C59-61F2-3A0E58636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Chose a random K (=9) as different K values didn’t make such a difference in the results.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795780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dirty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0.9500457653649235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0.9520112080595717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0.9780237129566693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0.9797243785774478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0.05639390837237576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0.05575804534545507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4060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28F08C-D50E-FCC5-30CE-18C104261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15" y="2084546"/>
            <a:ext cx="8370570" cy="4682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831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Coefficients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8E4EDB-623C-D6AC-E3DC-B8C2910BA1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718" y="1910477"/>
            <a:ext cx="7548563" cy="476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41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MLR – winter model</a:t>
            </a:r>
          </a:p>
        </p:txBody>
      </p:sp>
    </p:spTree>
    <p:extLst>
      <p:ext uri="{BB962C8B-B14F-4D97-AF65-F5344CB8AC3E}">
        <p14:creationId xmlns:p14="http://schemas.microsoft.com/office/powerpoint/2010/main" val="1184481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471684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 dirty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dirty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0.990580865929362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0.9941462167544672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1.0170505833573127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1.017204724274413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0.05137096819809445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0.04474584742963609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593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D350D0-8CB7-DA3F-F984-F6D674586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717" y="1666970"/>
            <a:ext cx="8883968" cy="503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400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Coefficients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E1B6DE-AA3F-7977-813B-C3D08AF99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118" y="1666970"/>
            <a:ext cx="8005763" cy="50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599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Random Forests – winter model</a:t>
            </a:r>
          </a:p>
        </p:txBody>
      </p:sp>
    </p:spTree>
    <p:extLst>
      <p:ext uri="{BB962C8B-B14F-4D97-AF65-F5344CB8AC3E}">
        <p14:creationId xmlns:p14="http://schemas.microsoft.com/office/powerpoint/2010/main" val="3867964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0909937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 dirty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0.7684727475446798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0.8628376977514435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1.0186321767135924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1.0178590994190764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0.43076815544353786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0.2812192125659852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779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55DD69-C101-8E0C-217B-B38259A09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707" y="2084546"/>
            <a:ext cx="7728585" cy="4334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3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Random Forests – summer model</a:t>
            </a:r>
          </a:p>
        </p:txBody>
      </p:sp>
    </p:spTree>
    <p:extLst>
      <p:ext uri="{BB962C8B-B14F-4D97-AF65-F5344CB8AC3E}">
        <p14:creationId xmlns:p14="http://schemas.microsoft.com/office/powerpoint/2010/main" val="22259390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5522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 dirty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0.86135409411569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0.8670253669248283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0.982525536760998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0.9811411173524434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0.23143355042142183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0.2190790948099389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0470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B3CEFF-B81D-9356-F04C-9D83B3D07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403" y="1661144"/>
            <a:ext cx="8570596" cy="477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359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NN – winter model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225258"/>
              </p:ext>
            </p:extLst>
          </p:nvPr>
        </p:nvGraphicFramePr>
        <p:xfrm>
          <a:off x="455253" y="2951416"/>
          <a:ext cx="1127844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endParaRPr 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Train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Test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rmse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0.9687010806906278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1.0231099899970502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std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1.0156245895233729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1.003930142520986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0.0900247844614542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0.037059980584885216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097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NN – summer model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765008"/>
              </p:ext>
            </p:extLst>
          </p:nvPr>
        </p:nvGraphicFramePr>
        <p:xfrm>
          <a:off x="455253" y="2951416"/>
          <a:ext cx="1127844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endParaRPr 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Train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Test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rmse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0.9059473842522177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0.8966228680469563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std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0.9805457601714375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0.9697913995790515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0.14618450694309326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0.14504384129456485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9892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4965</TotalTime>
  <Words>150</Words>
  <Application>Microsoft Office PowerPoint</Application>
  <PresentationFormat>Widescreen</PresentationFormat>
  <Paragraphs>84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Models Summary</vt:lpstr>
      <vt:lpstr>MLR – summer model</vt:lpstr>
      <vt:lpstr>MLR (with feature selection)</vt:lpstr>
      <vt:lpstr>MLR (with feature selection)</vt:lpstr>
      <vt:lpstr>MLR Coefficients</vt:lpstr>
      <vt:lpstr>MLR – winter model</vt:lpstr>
      <vt:lpstr>MLR (with feature selection)</vt:lpstr>
      <vt:lpstr>MLR (with feature selection)</vt:lpstr>
      <vt:lpstr>MLR Coefficients</vt:lpstr>
      <vt:lpstr>Random Forests – winter model</vt:lpstr>
      <vt:lpstr>Random Forests</vt:lpstr>
      <vt:lpstr>Random Forests</vt:lpstr>
      <vt:lpstr>Random Forests – summer model</vt:lpstr>
      <vt:lpstr>Random Forests</vt:lpstr>
      <vt:lpstr>Random Forests</vt:lpstr>
      <vt:lpstr>NN – winter model</vt:lpstr>
      <vt:lpstr>NN – summer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Summary</dc:title>
  <dc:creator>ליאב כהן</dc:creator>
  <cp:lastModifiedBy>ליאב כהן</cp:lastModifiedBy>
  <cp:revision>22</cp:revision>
  <dcterms:created xsi:type="dcterms:W3CDTF">2023-12-04T13:37:48Z</dcterms:created>
  <dcterms:modified xsi:type="dcterms:W3CDTF">2023-12-21T11:43:43Z</dcterms:modified>
</cp:coreProperties>
</file>