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6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925083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0.9613825203957748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0.9710627074469687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0.9895258159180326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0.9966200694007352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0.05607348613770502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0.05063045740371175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231479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0.7624625652932823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0.8459071662762313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0.99983323720767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1.0323335781315175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0.41845689319429935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0.32856295134975655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6091440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0.9605346472908881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0.9498478408783607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0.9898609517585045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0.9793633985427707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0.05837564101746495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0.05936671770654711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64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Consolas</vt:lpstr>
      <vt:lpstr>Office Theme</vt:lpstr>
      <vt:lpstr>Models Summary</vt:lpstr>
      <vt:lpstr>MLR (with feature selection)</vt:lpstr>
      <vt:lpstr>Random Forests</vt:lpstr>
      <vt:lpstr>NN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7</cp:revision>
  <dcterms:created xsi:type="dcterms:W3CDTF">2023-12-04T13:37:48Z</dcterms:created>
  <dcterms:modified xsi:type="dcterms:W3CDTF">2023-12-04T15:36:48Z</dcterms:modified>
</cp:coreProperties>
</file>