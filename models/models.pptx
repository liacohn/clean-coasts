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4" r:id="rId4"/>
    <p:sldId id="264" r:id="rId5"/>
    <p:sldId id="257" r:id="rId6"/>
    <p:sldId id="261" r:id="rId7"/>
    <p:sldId id="262" r:id="rId8"/>
    <p:sldId id="265" r:id="rId9"/>
    <p:sldId id="266" r:id="rId10"/>
    <p:sldId id="267" r:id="rId11"/>
    <p:sldId id="268" r:id="rId12"/>
    <p:sldId id="269" r:id="rId13"/>
    <p:sldId id="258" r:id="rId14"/>
    <p:sldId id="260" r:id="rId15"/>
    <p:sldId id="277" r:id="rId16"/>
    <p:sldId id="270" r:id="rId17"/>
    <p:sldId id="271" r:id="rId18"/>
    <p:sldId id="272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8" d="100"/>
          <a:sy n="38" d="100"/>
        </p:scale>
        <p:origin x="3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369F-0137-071E-266F-32015224AD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FC021-1F65-62E1-11A2-609AB5EFD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1A268-7C9C-E6A1-37DB-3CC727C8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41A5-1161-6994-8061-28595D9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437D6-CAC1-F1AD-272C-DA6CC4E4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65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86BA-5A5E-8ECD-14EB-7D35FCEE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3132-86B5-554C-E5A8-188CE5D2A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294B-3EB5-2699-9F4F-A23AE4402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1B18C-CFAD-2AE0-9997-2D8FE6289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C747C-6A9B-9DB2-596D-04ABF62A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6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C5CE-12F5-CDB1-4DD7-F17D048E0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A8DDA-4746-FABD-4A1A-01509346F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C1CF-646F-0D35-9C64-34D5E32F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5DE9A-D549-3F73-E143-4980D04A3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508D-E187-537B-EEC9-9993E2AD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3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AE9E-DFD6-ACFD-057E-66FBE772A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82C9F-9F6E-6794-0ED2-5D836079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F4C07-0A26-6C27-187B-62F91BF3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24E17-04A2-2365-AB54-354EB8477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2B989-4F8B-7BFB-41CF-599E051A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399D6-0554-A383-12AF-A316E811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6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AE183-2815-A908-EB9B-ACD1CFAB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D4B1B-AC91-37F5-731A-C112189DD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0FD20-7DD0-96CE-1CAC-055109762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6E5FF-7101-EA79-09ED-B44809A64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D0380-4077-AFC3-BF23-1240C4385B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4BC1E-ABF6-0586-3655-FD73F292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A98C1-E81B-1E4A-1F31-89F3AE99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C9E8D-4148-820E-57D5-512DAB88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B8DDB-45E8-1C53-CBD3-DCB5ED48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724725-7BC9-6ACB-A4AD-B6F66A45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B0CE0D-C4F0-22A7-0358-F6E519E9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8B287-6612-0403-BED0-D3C1A9B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661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91DB2-E802-7AFC-B7EA-FA5B5E65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FBA1B-31EF-379D-9AE8-2774463BA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A3671-37C9-B54C-455A-766EDB67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039D9-817B-81F9-C229-88239E91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73C9-DF23-4BC6-E06B-1DFCABA77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9E1EA-8C15-0835-3CC7-131B50BAD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3D11-9AC0-BF27-0BEE-778DC746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0CC39-BBB0-EBBF-A601-895AF13C5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8F213-EE87-D9EC-8158-04FC6798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D373B-F9B1-BEC9-2A40-91695E13C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B584A-91AD-7B69-B1D6-361D65040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6777-1476-3961-752C-8C934EEAC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48A42-F4E2-4CC5-1E97-2E3413CA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010B1-22E2-F9E9-ED35-5AB1C3B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D36D1-7831-1DC8-E6C7-D27C6A6B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2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668-9D3A-D061-A3BF-FD741F100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94D26-4C59-9EB0-13F8-EAA6025BC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3DC48-EEB1-87AC-F2AD-04B37577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217C4-AFB6-0C7F-027E-EFA8A998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0A182-D752-25FA-2646-B36F40AB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8B44D1-11BA-CAC5-75F7-0E456414D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E019B-EB60-C2C0-DBFB-6ABCFD97F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AFA-F124-7432-0142-F31C482F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BC06-1239-DA51-DCEC-D126DAB53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E5F35-43A9-465F-1F8F-9D632DE5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28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597EA-8190-9BD3-1712-8D69C2D5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E4596-6FEE-C781-FF86-ED394E98E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E0631-8DD1-8457-0764-E85C1F2DA7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76E711-0D29-49A5-9CED-93AB08EA2C6C}" type="datetimeFigureOut">
              <a:rPr lang="en-US" smtClean="0"/>
              <a:t>1/25/2024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574E4-2B78-217C-C6F8-38D6BEBC4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DBA-13E0-6F83-52B7-9B09FDE5F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0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Statistics</a:t>
            </a:r>
          </a:p>
        </p:txBody>
      </p:sp>
    </p:spTree>
    <p:extLst>
      <p:ext uri="{BB962C8B-B14F-4D97-AF65-F5344CB8AC3E}">
        <p14:creationId xmlns:p14="http://schemas.microsoft.com/office/powerpoint/2010/main" val="41615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B3D301-2AA8-8A0B-B951-086DF4699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% of the coasts that are clean over 70% of the time 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11858F-17F2-686A-7B47-6D3CB7186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395191"/>
            <a:ext cx="7214616" cy="404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66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Summary</a:t>
            </a:r>
          </a:p>
        </p:txBody>
      </p:sp>
    </p:spTree>
    <p:extLst>
      <p:ext uri="{BB962C8B-B14F-4D97-AF65-F5344CB8AC3E}">
        <p14:creationId xmlns:p14="http://schemas.microsoft.com/office/powerpoint/2010/main" val="3500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MLR – summer model</a:t>
            </a:r>
          </a:p>
        </p:txBody>
      </p:sp>
    </p:spTree>
    <p:extLst>
      <p:ext uri="{BB962C8B-B14F-4D97-AF65-F5344CB8AC3E}">
        <p14:creationId xmlns:p14="http://schemas.microsoft.com/office/powerpoint/2010/main" val="1968029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7A53A-262A-7C59-61F2-3A0E5863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Chose a random K (=9) as different K values didn’t make such a difference in the results.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022513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3.8899655171806695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3.8983137836250137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4.095666534426617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4.096000600209092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0.09792325292127332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0.09413185460845097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406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67A935-5667-D8D9-FE24-86C2B9B70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355" y="1926336"/>
            <a:ext cx="8553843" cy="461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831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AAF613-250D-1CF7-ED44-490108E71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237" y="2015299"/>
            <a:ext cx="9880283" cy="477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41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MLR – winter model</a:t>
            </a:r>
          </a:p>
        </p:txBody>
      </p:sp>
    </p:spTree>
    <p:extLst>
      <p:ext uri="{BB962C8B-B14F-4D97-AF65-F5344CB8AC3E}">
        <p14:creationId xmlns:p14="http://schemas.microsoft.com/office/powerpoint/2010/main" val="1184481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013064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4.413706376836139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4.4157708539424805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4.675017183225794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4.656150831436025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0.10862322498188591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0.10031985102254166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593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A9A49B-AD28-2613-9AE1-F852319BB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624" y="1668961"/>
            <a:ext cx="8840153" cy="477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400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0A624-1267-16BF-27C2-9DA2823C6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391" y="1454468"/>
            <a:ext cx="7455218" cy="519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599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Random Forests – winter model</a:t>
            </a:r>
          </a:p>
        </p:txBody>
      </p:sp>
    </p:spTree>
    <p:extLst>
      <p:ext uri="{BB962C8B-B14F-4D97-AF65-F5344CB8AC3E}">
        <p14:creationId xmlns:p14="http://schemas.microsoft.com/office/powerpoint/2010/main" val="3867964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507702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2.6537526424933606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3.9522994928311697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4.665715609999654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4.6456623381543585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0.6762145720656757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0.2757863137460466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779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87B6A-079E-2722-F448-D35D7EEBF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636" y="1854966"/>
            <a:ext cx="8660130" cy="489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AD2A47-F7C2-D879-FD3D-5551A2562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552" y="1884052"/>
            <a:ext cx="8130298" cy="484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596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Random Forests – summer model</a:t>
            </a:r>
          </a:p>
        </p:txBody>
      </p:sp>
    </p:spTree>
    <p:extLst>
      <p:ext uri="{BB962C8B-B14F-4D97-AF65-F5344CB8AC3E}">
        <p14:creationId xmlns:p14="http://schemas.microsoft.com/office/powerpoint/2010/main" val="2225939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589507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2.4079083711496816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3.0229820308939224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4.18583087367635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4.17499231291637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0.668970073813373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0.47510026062640903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4709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4E1BF8-169F-8C4C-A215-2DC23424D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67" y="1953482"/>
            <a:ext cx="8520113" cy="4598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359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A49AAA-D8E5-09A4-4E28-BA8F5AEF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150" y="1666970"/>
            <a:ext cx="8267700" cy="49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81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5440</TotalTime>
  <Words>138</Words>
  <Application>Microsoft Office PowerPoint</Application>
  <PresentationFormat>Widescreen</PresentationFormat>
  <Paragraphs>64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Statistics</vt:lpstr>
      <vt:lpstr>% of the coasts that are clean over 70% of the time </vt:lpstr>
      <vt:lpstr>Models Summary</vt:lpstr>
      <vt:lpstr>MLR – summer model</vt:lpstr>
      <vt:lpstr>MLR (with feature selection)</vt:lpstr>
      <vt:lpstr>MLR (with feature selection)</vt:lpstr>
      <vt:lpstr>MLR Coefficients</vt:lpstr>
      <vt:lpstr>MLR – winter model</vt:lpstr>
      <vt:lpstr>MLR (with feature selection)</vt:lpstr>
      <vt:lpstr>MLR (with feature selection)</vt:lpstr>
      <vt:lpstr>MLR Coefficients</vt:lpstr>
      <vt:lpstr>Random Forests – winter model</vt:lpstr>
      <vt:lpstr>Random Forests</vt:lpstr>
      <vt:lpstr>Random Forests</vt:lpstr>
      <vt:lpstr>Random Forests</vt:lpstr>
      <vt:lpstr>Random Forests – summer model</vt:lpstr>
      <vt:lpstr>Random Forests</vt:lpstr>
      <vt:lpstr>Random Forests</vt:lpstr>
      <vt:lpstr>Random Forests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Summary</dc:title>
  <dc:creator>ליאב כהן</dc:creator>
  <cp:lastModifiedBy>ליאב כהן</cp:lastModifiedBy>
  <cp:revision>30</cp:revision>
  <dcterms:created xsi:type="dcterms:W3CDTF">2023-12-04T13:37:48Z</dcterms:created>
  <dcterms:modified xsi:type="dcterms:W3CDTF">2024-01-25T09:26:40Z</dcterms:modified>
</cp:coreProperties>
</file>