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4" r:id="rId4"/>
    <p:sldId id="264" r:id="rId5"/>
    <p:sldId id="257" r:id="rId6"/>
    <p:sldId id="261" r:id="rId7"/>
    <p:sldId id="262" r:id="rId8"/>
    <p:sldId id="265" r:id="rId9"/>
    <p:sldId id="266" r:id="rId10"/>
    <p:sldId id="267" r:id="rId11"/>
    <p:sldId id="268" r:id="rId12"/>
    <p:sldId id="269" r:id="rId13"/>
    <p:sldId id="258" r:id="rId14"/>
    <p:sldId id="260" r:id="rId15"/>
    <p:sldId id="270" r:id="rId16"/>
    <p:sldId id="271" r:id="rId17"/>
    <p:sldId id="272" r:id="rId18"/>
    <p:sldId id="259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1/9/2024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Statistics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B3D301-2AA8-8A0B-B951-086DF4699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% of the coasts that are clean over 70% of the time 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1858F-17F2-686A-7B47-6D3CB7186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395191"/>
            <a:ext cx="7214616" cy="404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6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3500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1968029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795780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0.9500457653649235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0.9520112080595717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0.9780237129566693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0.9797243785774478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0.05639390837237576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0.05575804534545507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28F08C-D50E-FCC5-30CE-18C104261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15" y="2084546"/>
            <a:ext cx="8370570" cy="4682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8E4EDB-623C-D6AC-E3DC-B8C2910BA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718" y="1910477"/>
            <a:ext cx="7548563" cy="476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41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118448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471684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0.990580865929362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0.9941462167544672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1.0170505833573127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1.017204724274413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0.05137096819809445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0.04474584742963609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593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D350D0-8CB7-DA3F-F984-F6D674586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17" y="1666970"/>
            <a:ext cx="8883968" cy="503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00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E1B6DE-AA3F-7977-813B-C3D08AF99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18" y="1666970"/>
            <a:ext cx="8005763" cy="50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599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3867964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909937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0.7684727475446798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0.8628376977514435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1.0186321767135924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1.0178590994190764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0.43076815544353786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0.2812192125659852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55DD69-C101-8E0C-217B-B38259A09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707" y="2084546"/>
            <a:ext cx="7728585" cy="433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2225939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5522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0.86135409411569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0.8670253669248283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0.982525536760998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0.9811411173524434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0.23143355042142183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0.2190790948099389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470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3CEFF-B81D-9356-F04C-9D83B3D0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403" y="1661144"/>
            <a:ext cx="8570596" cy="477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3599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winter model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22525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0.9687010806906278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1.0231099899970502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1.0156245895233729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1.003930142520986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0.0900247844614542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0.037059980584885216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summer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76500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0.9059473842522177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0.8966228680469563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0.9805457601714375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0.9697913995790515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0.14618450694309326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0.14504384129456485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892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5174</TotalTime>
  <Words>164</Words>
  <Application>Microsoft Office PowerPoint</Application>
  <PresentationFormat>Widescreen</PresentationFormat>
  <Paragraphs>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Statistics</vt:lpstr>
      <vt:lpstr>% of the coasts that are clean over 70% of the time </vt:lpstr>
      <vt:lpstr>Models Summary</vt:lpstr>
      <vt:lpstr>MLR – summer model</vt:lpstr>
      <vt:lpstr>MLR (with feature selection)</vt:lpstr>
      <vt:lpstr>MLR (with feature selection)</vt:lpstr>
      <vt:lpstr>MLR Coefficients</vt:lpstr>
      <vt:lpstr>MLR – winter model</vt:lpstr>
      <vt:lpstr>MLR (with feature selection)</vt:lpstr>
      <vt:lpstr>MLR (with feature selection)</vt:lpstr>
      <vt:lpstr>MLR Coefficients</vt:lpstr>
      <vt:lpstr>Random Forests – winter model</vt:lpstr>
      <vt:lpstr>Random Forests</vt:lpstr>
      <vt:lpstr>Random Forests</vt:lpstr>
      <vt:lpstr>Random Forests – summer model</vt:lpstr>
      <vt:lpstr>Random Forests</vt:lpstr>
      <vt:lpstr>Random Forests</vt:lpstr>
      <vt:lpstr>NN – winter model</vt:lpstr>
      <vt:lpstr>NN – summer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23</cp:revision>
  <dcterms:created xsi:type="dcterms:W3CDTF">2023-12-04T13:37:48Z</dcterms:created>
  <dcterms:modified xsi:type="dcterms:W3CDTF">2024-01-09T12:16:22Z</dcterms:modified>
</cp:coreProperties>
</file>